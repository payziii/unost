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68" r:id="rId6"/>
    <p:sldId id="259" r:id="rId7"/>
    <p:sldId id="262" r:id="rId8"/>
    <p:sldId id="264" r:id="rId9"/>
    <p:sldId id="274" r:id="rId10"/>
    <p:sldId id="263" r:id="rId11"/>
    <p:sldId id="267" r:id="rId12"/>
    <p:sldId id="275" r:id="rId13"/>
    <p:sldId id="270" r:id="rId14"/>
    <p:sldId id="271" r:id="rId15"/>
    <p:sldId id="272" r:id="rId16"/>
    <p:sldId id="273" r:id="rId17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Содержимое 2"/>
          <p:cNvSpPr txBox="1">
            <a:spLocks/>
          </p:cNvSpPr>
          <p:nvPr/>
        </p:nvSpPr>
        <p:spPr>
          <a:xfrm>
            <a:off x="3554800" y="980728"/>
            <a:ext cx="5278438" cy="4525963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charset="0"/>
              <a:buNone/>
              <a:defRPr/>
            </a:pPr>
            <a:r>
              <a:rPr lang="ru-RU" sz="4400" b="1" cap="all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18 апреля</a:t>
            </a:r>
          </a:p>
          <a:p>
            <a:pPr algn="ctr">
              <a:buFont typeface="Arial" charset="0"/>
              <a:buNone/>
              <a:defRPr/>
            </a:pP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buFont typeface="Arial" charset="0"/>
              <a:buNone/>
              <a:defRPr/>
            </a:pPr>
            <a:r>
              <a:rPr lang="ru-RU" sz="3600" b="1" i="1" dirty="0"/>
              <a:t>Ледовое побоище – день воинской славы России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Маргарита Федоровна\Desktop\18_aprelja_den_pamjati_ledovogo_poboisch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75" y="1196752"/>
            <a:ext cx="322262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1115616" y="863972"/>
            <a:ext cx="7056784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sng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Правила работы в парах.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1" i="0" u="sng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 Работать дружно.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2. Быть внимательными друг к другу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3. Соблюдать правила этики: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при разговоре смотреть на собеседника;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тихо говорить;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внимательно слушать.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C:\Users\noteb_000\Desktop\загружено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844824"/>
            <a:ext cx="7560840" cy="4464496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1043608" y="908720"/>
            <a:ext cx="73448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accent1"/>
                </a:solidFill>
              </a:rPr>
              <a:t>Ледовое побоище.</a:t>
            </a:r>
            <a:r>
              <a:rPr lang="ru-RU" dirty="0" smtClean="0"/>
              <a:t> 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844824"/>
            <a:ext cx="5638800" cy="4319588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1115616" y="980728"/>
            <a:ext cx="6120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accent1"/>
                </a:solidFill>
              </a:rPr>
              <a:t>Александр Невский.</a:t>
            </a:r>
            <a:r>
              <a:rPr lang="ru-RU" sz="3600" dirty="0" smtClean="0">
                <a:solidFill>
                  <a:schemeClr val="accent1"/>
                </a:solidFill>
              </a:rPr>
              <a:t> </a:t>
            </a:r>
            <a:endParaRPr lang="ru-RU" sz="3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8305800" cy="151216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7200" b="1" dirty="0" smtClean="0"/>
              <a:t>5 апреля </a:t>
            </a:r>
            <a:br>
              <a:rPr lang="ru-RU" sz="7200" b="1" dirty="0" smtClean="0"/>
            </a:br>
            <a:r>
              <a:rPr lang="ru-RU" sz="7200" b="1" dirty="0" smtClean="0"/>
              <a:t>1442 г.</a:t>
            </a:r>
            <a:endParaRPr lang="ru-RU" sz="7200" b="1" dirty="0"/>
          </a:p>
        </p:txBody>
      </p:sp>
      <p:pic>
        <p:nvPicPr>
          <p:cNvPr id="66564" name="Picture 4" descr="Картинки по запросу ледовое побоищ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708920"/>
            <a:ext cx="4762500" cy="3457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D:\KTLJDJT GJJBOT\11\img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836712"/>
            <a:ext cx="7620000" cy="54497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1"/>
          <p:cNvSpPr>
            <a:spLocks noChangeArrowheads="1"/>
          </p:cNvSpPr>
          <p:nvPr/>
        </p:nvSpPr>
        <p:spPr bwMode="auto">
          <a:xfrm>
            <a:off x="2411760" y="116633"/>
            <a:ext cx="3960440" cy="695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Русский воин: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шлем 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горшковидной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формы,                                             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кольчуга,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белый плащ с черным крестом,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шлем куполообразной формы,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кожаные наручи,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стальные наколенники,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стальные наручи.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Рыцарь - крестоносец: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шлем </a:t>
            </a:r>
            <a:r>
              <a:rPr kumimoji="0" lang="ru-RU" b="1" i="0" u="sng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горшковидной</a:t>
            </a: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формы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                                            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кольчуга,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белый плащ с черным крестом,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шлем куполообразной формы,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кожаные наручи,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стальные наколенники,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стальные наручи.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Картинки по запросу ледовое побоище схем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9036496" cy="61206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едовое побоище, анимация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512" y="260648"/>
            <a:ext cx="8784976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9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едовое побоище, анимация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395536" y="836712"/>
            <a:ext cx="8352928" cy="5688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1"/>
          <p:cNvSpPr>
            <a:spLocks noChangeArrowheads="1"/>
          </p:cNvSpPr>
          <p:nvPr/>
        </p:nvSpPr>
        <p:spPr bwMode="auto">
          <a:xfrm>
            <a:off x="251520" y="1133833"/>
            <a:ext cx="828092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Итоги Ледового побоища.</a:t>
            </a:r>
          </a:p>
          <a:p>
            <a:pPr marL="0" marR="0" lvl="0" indent="0" algn="just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+mj-lt"/>
                <a:ea typeface="Calibri" pitchFamily="34" charset="0"/>
                <a:cs typeface="Times New Roman" pitchFamily="18" charset="0"/>
              </a:rPr>
              <a:t>Угроза нападения рыцарей на Русь была остановлена.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+mj-lt"/>
                <a:ea typeface="Calibri" pitchFamily="34" charset="0"/>
                <a:cs typeface="Times New Roman" pitchFamily="18" charset="0"/>
              </a:rPr>
              <a:t>2. Победа показала высокую доблесть и мужество русских воинов, полководческое искусство Александра Невского. 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+mj-lt"/>
                <a:ea typeface="Calibri" pitchFamily="34" charset="0"/>
                <a:cs typeface="Times New Roman" pitchFamily="18" charset="0"/>
              </a:rPr>
              <a:t>3. Рыцари-крестоносцы запросили мира, который был заключен на условиях, продиктованных русскими.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4. Современники Невского высоко оценили его роль в спасении Отечества. Православная церковь причислила князя Александра Невского к лику святых. 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5616" y="2413338"/>
            <a:ext cx="7200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Согласно Федеральному </a:t>
            </a:r>
            <a:r>
              <a:rPr lang="ru-RU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</a:p>
          <a:p>
            <a:pPr algn="just"/>
            <a:r>
              <a:rPr lang="ru-RU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«О днях воинской славы (победных днях) России» от 13 марта 1995 года ежегодно 18 апреля отмечается в Российской Федерации как День победы русских воинов князя Александра Невского над немецкими рыцарями на Чудском озере.</a:t>
            </a:r>
            <a:endParaRPr lang="ru-RU" sz="28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4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115616" y="1660168"/>
            <a:ext cx="712879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Князя Александра Ярославовича прозвали Невским потому что он: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а) жил у реки Нева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б) одержал победу над шведскими рыцарями на  Неве.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в) родился на берегу р. Нева  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971600" y="1531711"/>
            <a:ext cx="7632848" cy="259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Ледовое побоище произошло: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а) в 1440 г.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б)  в 1446 г.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в)  </a:t>
            </a:r>
            <a:r>
              <a:rPr kumimoji="0" lang="ru-RU" sz="28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</a:t>
            </a: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1442 г.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475656" y="1243679"/>
            <a:ext cx="5976664" cy="259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Битва происходила на льду: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а) Чудского озера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а) Онежского озера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а) Ладожского озера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755576" y="1187576"/>
            <a:ext cx="72008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Излюбленный способ построения немецкого войска перед нанесением удара назывался: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а) клин в форме трапеции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б) треугольник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в) свинья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152</TotalTime>
  <Words>286</Words>
  <Application>Microsoft Office PowerPoint</Application>
  <PresentationFormat>Экран (4:3)</PresentationFormat>
  <Paragraphs>59</Paragraphs>
  <Slides>16</Slides>
  <Notes>0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Поток</vt:lpstr>
      <vt:lpstr>Презентация PowerPoint</vt:lpstr>
      <vt:lpstr>Презентация PowerPoint</vt:lpstr>
      <vt:lpstr>Презентация PowerPoint</vt:lpstr>
      <vt:lpstr>Презентация PowerPoint</vt:lpstr>
      <vt:lpstr>5 апреля  1442 г.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Sony</dc:creator>
  <cp:lastModifiedBy>Оля Мисюрина</cp:lastModifiedBy>
  <cp:revision>15</cp:revision>
  <cp:lastPrinted>2017-04-21T23:51:23Z</cp:lastPrinted>
  <dcterms:created xsi:type="dcterms:W3CDTF">2017-04-21T08:20:06Z</dcterms:created>
  <dcterms:modified xsi:type="dcterms:W3CDTF">2020-04-13T11:25:23Z</dcterms:modified>
</cp:coreProperties>
</file>